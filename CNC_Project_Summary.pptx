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MACHINE INSTALLATION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COMMISSIONING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 — Kausar Trade &amp; Distributors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Muhammad Asad Abbas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commission new CNC machining unit on the production floor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machine per manufacturer tolerance specifications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axes and verify repeatability using dial indicator testing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trial runs and hand over to production team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commissioned on schedule with zero rework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verified within 0.02mm tolerance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during handover reduced through pre-checked coolant and power connections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 checklist created for ongoing operation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2026-09-19T13:12:43Z</dcterms:created>
  <dcterms:modified xsi:type="dcterms:W3CDTF">2026-09-19T13:12:43Z</dcterms:modified>
</cp:coreProperties>
</file>